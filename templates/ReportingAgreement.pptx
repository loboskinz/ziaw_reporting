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5"/>
    <p:restoredTop sz="94694"/>
  </p:normalViewPr>
  <p:slideViewPr>
    <p:cSldViewPr snapToGrid="0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8A4B-3517-C4AD-234E-816BB711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1E3A6-C249-A561-CD50-7B237C502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70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A474-9FF8-69A7-DB93-B8EED27A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D1398-7D54-E1EE-6D0F-2754509B9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56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C0EA-0927-02AD-0219-507A8648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FA28-53DC-B868-4030-3D4DC4FF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F9AF-FCE4-1677-8424-73588A29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ACCE-9A89-E316-8B1B-7A6A759CA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9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5A6F-23AC-2AD4-56AF-217148A1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AA24F-5B75-5993-3E7C-8071CDB4D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10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773B-B39E-62E6-D68D-A2D5C50A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22EF-324B-FFA8-7541-A54C44EE1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97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Lobo</dc:creator>
  <cp:lastModifiedBy>Ed Lobo</cp:lastModifiedBy>
  <cp:revision>1</cp:revision>
  <dcterms:created xsi:type="dcterms:W3CDTF">2026-02-05T02:02:53Z</dcterms:created>
  <dcterms:modified xsi:type="dcterms:W3CDTF">2026-02-05T02:05:28Z</dcterms:modified>
</cp:coreProperties>
</file>